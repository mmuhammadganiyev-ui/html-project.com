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65" r:id="rId3"/>
    <p:sldId id="267" r:id="rId4"/>
    <p:sldId id="260" r:id="rId5"/>
    <p:sldId id="264" r:id="rId6"/>
    <p:sldId id="263" r:id="rId7"/>
    <p:sldId id="270" r:id="rId8"/>
    <p:sldId id="269" r:id="rId9"/>
    <p:sldId id="268" r:id="rId10"/>
    <p:sldId id="272" r:id="rId11"/>
    <p:sldId id="261" r:id="rId12"/>
    <p:sldId id="266" r:id="rId13"/>
    <p:sldId id="271" r:id="rId14"/>
    <p:sldId id="258" r:id="rId15"/>
    <p:sldId id="259" r:id="rId16"/>
    <p:sldId id="273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7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18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99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8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96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54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1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43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85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28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51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42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676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07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EA79B6B-74F5-456B-AC8B-2E04D6902C2E}" type="datetimeFigureOut">
              <a:rPr lang="ru-RU" smtClean="0"/>
              <a:t>пт. 13.02.2026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FDD2581F-23E3-4456-9C16-FAD40C87D5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500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98447" y="2404534"/>
            <a:ext cx="7975555" cy="1646302"/>
          </a:xfrm>
        </p:spPr>
        <p:txBody>
          <a:bodyPr/>
          <a:lstStyle/>
          <a:p>
            <a:pPr algn="ctr"/>
            <a:r>
              <a:rPr lang="ru-RU" sz="3600" dirty="0" smtClean="0"/>
              <a:t>Контрольно-проектная работа</a:t>
            </a:r>
            <a:br>
              <a:rPr lang="ru-RU" sz="3600" dirty="0" smtClean="0"/>
            </a:br>
            <a:r>
              <a:rPr lang="ru-RU" sz="3600" dirty="0" smtClean="0"/>
              <a:t>по Всемирному Историю</a:t>
            </a:r>
            <a:br>
              <a:rPr lang="ru-RU" sz="3600" dirty="0" smtClean="0"/>
            </a:br>
            <a:r>
              <a:rPr lang="ru-RU" sz="3600" dirty="0" smtClean="0"/>
              <a:t>на тему «Султанат, </a:t>
            </a:r>
            <a:r>
              <a:rPr lang="ru-RU" sz="3600" dirty="0" err="1" smtClean="0"/>
              <a:t>объеденевший</a:t>
            </a:r>
            <a:r>
              <a:rPr lang="ru-RU" sz="3600" dirty="0" smtClean="0"/>
              <a:t> три континента (государство </a:t>
            </a:r>
            <a:r>
              <a:rPr lang="ru-RU" sz="3600" dirty="0" err="1" smtClean="0"/>
              <a:t>турокосманов</a:t>
            </a:r>
            <a:r>
              <a:rPr lang="ru-RU" sz="3600" dirty="0" smtClean="0"/>
              <a:t>)»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0331" y="5623601"/>
            <a:ext cx="5094901" cy="1096899"/>
          </a:xfrm>
        </p:spPr>
        <p:txBody>
          <a:bodyPr/>
          <a:lstStyle/>
          <a:p>
            <a:pPr algn="l"/>
            <a:r>
              <a:rPr lang="ru-RU" dirty="0" smtClean="0"/>
              <a:t>Выполнил : </a:t>
            </a:r>
            <a:r>
              <a:rPr lang="ru-RU" dirty="0" err="1" smtClean="0"/>
              <a:t>Махамадганиев</a:t>
            </a:r>
            <a:r>
              <a:rPr lang="ru-RU" dirty="0" smtClean="0"/>
              <a:t> </a:t>
            </a:r>
            <a:r>
              <a:rPr lang="ru-RU" dirty="0" err="1" smtClean="0"/>
              <a:t>Махаматжон</a:t>
            </a:r>
            <a:endParaRPr lang="ru-RU" dirty="0"/>
          </a:p>
          <a:p>
            <a:pPr algn="l"/>
            <a:r>
              <a:rPr lang="ru-RU" dirty="0" smtClean="0"/>
              <a:t>Проверил : </a:t>
            </a:r>
            <a:r>
              <a:rPr lang="ru-RU" dirty="0" err="1" smtClean="0"/>
              <a:t>Хикматов.Р.Р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9116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 smtClean="0"/>
              <a:t>План:</a:t>
            </a:r>
            <a:endParaRPr lang="ru-RU" sz="5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1672" y="2241154"/>
            <a:ext cx="604832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Возникновение Османского государства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Расширение территории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Завоевание Константинополя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Государственное управление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Армия Османской империи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Экономика и торговля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Культура и религия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Расцвет при Сулеймане Великолепном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Факторы, способствовавшие развитию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Причины упадка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Последствия распада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3829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 smtClean="0"/>
              <a:t>Ведение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424" y="2560615"/>
            <a:ext cx="10554574" cy="3636511"/>
          </a:xfrm>
        </p:spPr>
        <p:txBody>
          <a:bodyPr/>
          <a:lstStyle/>
          <a:p>
            <a:r>
              <a:rPr lang="ru-RU" sz="2800" dirty="0"/>
              <a:t>Османская империя — одно из крупнейших государств в мировой истории.</a:t>
            </a:r>
            <a:br>
              <a:rPr lang="ru-RU" sz="2800" dirty="0"/>
            </a:br>
            <a:r>
              <a:rPr lang="ru-RU" sz="2800" dirty="0"/>
              <a:t>Существовала более 600 лет (1299–1922 гг.).</a:t>
            </a:r>
            <a:br>
              <a:rPr lang="ru-RU" sz="2800" dirty="0"/>
            </a:br>
            <a:r>
              <a:rPr lang="ru-RU" sz="2800" dirty="0"/>
              <a:t>Объединила территории Европы, Азии и Африки.</a:t>
            </a:r>
            <a:br>
              <a:rPr lang="ru-RU" sz="2800" dirty="0"/>
            </a:br>
            <a:r>
              <a:rPr lang="ru-RU" sz="2800" dirty="0"/>
              <a:t>Империя оказала влияние на политику, экономику, культуру, международные отношения и религиозную жизнь региона.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54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Возникновение Османского </a:t>
            </a:r>
            <a:r>
              <a:rPr lang="ru-RU" dirty="0" err="1" smtClean="0"/>
              <a:t>государсва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424" y="2697775"/>
            <a:ext cx="10554574" cy="3636511"/>
          </a:xfrm>
        </p:spPr>
        <p:txBody>
          <a:bodyPr>
            <a:noAutofit/>
          </a:bodyPr>
          <a:lstStyle/>
          <a:p>
            <a:r>
              <a:rPr lang="ru-RU" sz="2800" dirty="0"/>
              <a:t>Османское государство возникло в конце XIII века на территории Малой Азии.</a:t>
            </a:r>
            <a:br>
              <a:rPr lang="ru-RU" sz="2800" dirty="0"/>
            </a:br>
            <a:r>
              <a:rPr lang="ru-RU" sz="2800" dirty="0"/>
              <a:t>Основателем считается Осман I.</a:t>
            </a:r>
            <a:br>
              <a:rPr lang="ru-RU" sz="2800" dirty="0"/>
            </a:br>
            <a:r>
              <a:rPr lang="ru-RU" sz="2800" dirty="0"/>
              <a:t>Изначально это было небольшое тюркское княжество, но благодаря успешным завоеваниям оно постепенно превратилось в мощную державу.</a:t>
            </a:r>
            <a:br>
              <a:rPr lang="ru-RU" sz="2800" dirty="0"/>
            </a:br>
            <a:r>
              <a:rPr lang="ru-RU" sz="2800" dirty="0"/>
              <a:t>Ослабление Византийской империи создало благоприятные условия для роста османов.</a:t>
            </a:r>
          </a:p>
        </p:txBody>
      </p:sp>
    </p:spTree>
    <p:extLst>
      <p:ext uri="{BB962C8B-B14F-4D97-AF65-F5344CB8AC3E}">
        <p14:creationId xmlns:p14="http://schemas.microsoft.com/office/powerpoint/2010/main" val="1407402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Расширение территории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424" y="2478319"/>
            <a:ext cx="10554574" cy="3636511"/>
          </a:xfrm>
        </p:spPr>
        <p:txBody>
          <a:bodyPr>
            <a:noAutofit/>
          </a:bodyPr>
          <a:lstStyle/>
          <a:p>
            <a:r>
              <a:rPr lang="ru-RU" sz="2800" dirty="0"/>
              <a:t>В XIV–XV веках османы расширили свои владения на Балканы и Малую Азию.</a:t>
            </a:r>
            <a:br>
              <a:rPr lang="ru-RU" sz="2800" dirty="0"/>
            </a:br>
            <a:r>
              <a:rPr lang="ru-RU" sz="2800" dirty="0"/>
              <a:t>Завоевания включали Сербию, Болгарию, Грецию, а позже часть Венгрии.</a:t>
            </a:r>
            <a:br>
              <a:rPr lang="ru-RU" sz="2800" dirty="0"/>
            </a:br>
            <a:r>
              <a:rPr lang="ru-RU" sz="2800" dirty="0"/>
              <a:t>Географическое положение и умелая дипломатия позволили быстро укрепить власть.</a:t>
            </a:r>
            <a:br>
              <a:rPr lang="ru-RU" sz="2800" dirty="0"/>
            </a:br>
            <a:r>
              <a:rPr lang="ru-RU" sz="2800" dirty="0"/>
              <a:t>Османы также активно заключали союзы с местными правителями и использовали систему вассалов.</a:t>
            </a:r>
          </a:p>
        </p:txBody>
      </p:sp>
    </p:spTree>
    <p:extLst>
      <p:ext uri="{BB962C8B-B14F-4D97-AF65-F5344CB8AC3E}">
        <p14:creationId xmlns:p14="http://schemas.microsoft.com/office/powerpoint/2010/main" val="153938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Завоевание Константинополя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0375" y="2498917"/>
            <a:ext cx="3894666" cy="3880773"/>
          </a:xfrm>
        </p:spPr>
        <p:txBody>
          <a:bodyPr>
            <a:noAutofit/>
          </a:bodyPr>
          <a:lstStyle/>
          <a:p>
            <a:r>
              <a:rPr lang="ru-RU" sz="2000" dirty="0"/>
              <a:t>В 1453 году султан </a:t>
            </a:r>
            <a:r>
              <a:rPr lang="ru-RU" sz="2000" dirty="0" err="1"/>
              <a:t>Мехмед</a:t>
            </a:r>
            <a:r>
              <a:rPr lang="ru-RU" sz="2000" dirty="0"/>
              <a:t> II </a:t>
            </a:r>
            <a:r>
              <a:rPr lang="ru-RU" sz="2000" dirty="0" err="1"/>
              <a:t>Фатих</a:t>
            </a:r>
            <a:r>
              <a:rPr lang="ru-RU" sz="2000" dirty="0"/>
              <a:t> захватил Константинополь, столицу Византии.</a:t>
            </a:r>
            <a:br>
              <a:rPr lang="ru-RU" sz="2000" dirty="0"/>
            </a:br>
            <a:r>
              <a:rPr lang="ru-RU" sz="2000" dirty="0"/>
              <a:t>Город переименован в Стамбул и стал столицей Османской империи.</a:t>
            </a:r>
            <a:br>
              <a:rPr lang="ru-RU" sz="2000" dirty="0"/>
            </a:br>
            <a:r>
              <a:rPr lang="ru-RU" sz="2000" dirty="0"/>
              <a:t>Завоевание Константинополя укрепило авторитет султана и открыло новые торговые возможности через Босфор и Черное море.</a:t>
            </a:r>
          </a:p>
        </p:txBody>
      </p:sp>
      <p:sp>
        <p:nvSpPr>
          <p:cNvPr id="4" name="AutoShape 2" descr="Падение Константинополя, или Как Москва стала Третьим Римом | Читать статьи  по истории РФ для школьников и студентов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4" name="Picture 4" descr="Падение Константинополя, или Как Москва стала Третьим Римом | Читать статьи  по истории РФ для школьников и студен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416" y="2060005"/>
            <a:ext cx="5100321" cy="340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69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Государственное управление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487463"/>
            <a:ext cx="10554574" cy="3636511"/>
          </a:xfrm>
        </p:spPr>
        <p:txBody>
          <a:bodyPr>
            <a:noAutofit/>
          </a:bodyPr>
          <a:lstStyle/>
          <a:p>
            <a:r>
              <a:rPr lang="ru-RU" sz="3200" dirty="0"/>
              <a:t>Во главе государства стоял султан — обладатель абсолютной власти.</a:t>
            </a:r>
            <a:br>
              <a:rPr lang="ru-RU" sz="3200" dirty="0"/>
            </a:br>
            <a:r>
              <a:rPr lang="ru-RU" sz="3200" dirty="0"/>
              <a:t>Султан управлял страной через совет — Диван.</a:t>
            </a:r>
            <a:br>
              <a:rPr lang="ru-RU" sz="3200" dirty="0"/>
            </a:br>
            <a:r>
              <a:rPr lang="ru-RU" sz="3200" dirty="0"/>
              <a:t>Империя делилась на провинции (вилайеты), каждая имела губернатора.</a:t>
            </a:r>
            <a:br>
              <a:rPr lang="ru-RU" sz="3200" dirty="0"/>
            </a:br>
            <a:r>
              <a:rPr lang="ru-RU" sz="3200" dirty="0"/>
              <a:t>Система налогообложения и судебная система обеспечивали стабильность государства.</a:t>
            </a:r>
          </a:p>
        </p:txBody>
      </p:sp>
    </p:spTree>
    <p:extLst>
      <p:ext uri="{BB962C8B-B14F-4D97-AF65-F5344CB8AC3E}">
        <p14:creationId xmlns:p14="http://schemas.microsoft.com/office/powerpoint/2010/main" val="306108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Армия Османской Империи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555813"/>
            <a:ext cx="3935306" cy="3880773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/>
              <a:t>Османская армия была одной из самых сильных в мире.</a:t>
            </a:r>
            <a:br>
              <a:rPr lang="ru-RU" sz="2000" dirty="0"/>
            </a:br>
            <a:r>
              <a:rPr lang="ru-RU" sz="2000" dirty="0"/>
              <a:t>Главную роль играли янычары — элитные войска султана, обученные с детства.</a:t>
            </a:r>
            <a:br>
              <a:rPr lang="ru-RU" sz="2000" dirty="0"/>
            </a:br>
            <a:r>
              <a:rPr lang="ru-RU" sz="2000" dirty="0"/>
              <a:t>Активно использовалась артиллерия, огнестрельное оружие и стратегическое планирование.</a:t>
            </a:r>
            <a:br>
              <a:rPr lang="ru-RU" sz="2000" dirty="0"/>
            </a:br>
            <a:r>
              <a:rPr lang="ru-RU" sz="2000" dirty="0"/>
              <a:t>Военная мощь позволяла завоёвывать новые территории и удерживать их.</a:t>
            </a:r>
          </a:p>
          <a:p>
            <a:endParaRPr lang="ru-RU" dirty="0"/>
          </a:p>
        </p:txBody>
      </p:sp>
      <p:pic>
        <p:nvPicPr>
          <p:cNvPr id="6146" name="Picture 2" descr="Армия Османской империи: состав и особеннос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411" y="2760172"/>
            <a:ext cx="5802225" cy="321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3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Экономика и Торговля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2775" y="2718373"/>
            <a:ext cx="8456506" cy="3880773"/>
          </a:xfrm>
        </p:spPr>
        <p:txBody>
          <a:bodyPr>
            <a:noAutofit/>
          </a:bodyPr>
          <a:lstStyle/>
          <a:p>
            <a:r>
              <a:rPr lang="ru-RU" sz="2800" dirty="0"/>
              <a:t>Османы контролировали важнейшие торговые пути между Европой и Азией.</a:t>
            </a:r>
            <a:br>
              <a:rPr lang="ru-RU" sz="2800" dirty="0"/>
            </a:br>
            <a:r>
              <a:rPr lang="ru-RU" sz="2800" dirty="0"/>
              <a:t>Развивались ремёсла, кораблестроение и сельское хозяйство.</a:t>
            </a:r>
            <a:br>
              <a:rPr lang="ru-RU" sz="2800" dirty="0"/>
            </a:br>
            <a:r>
              <a:rPr lang="ru-RU" sz="2800" dirty="0"/>
              <a:t>Стамбул стал крупнейшим торговым и культурным центром Востока и Европы.</a:t>
            </a:r>
            <a:br>
              <a:rPr lang="ru-RU" sz="2800" dirty="0"/>
            </a:br>
            <a:r>
              <a:rPr lang="ru-RU" sz="2800" dirty="0"/>
              <a:t>Империя получала доходы с налогов, пошлин и контроля за торговлей.</a:t>
            </a:r>
          </a:p>
          <a:p>
            <a:endParaRPr lang="ru-RU" sz="2800" dirty="0"/>
          </a:p>
        </p:txBody>
      </p:sp>
      <p:sp>
        <p:nvSpPr>
          <p:cNvPr id="4" name="AutoShape 2" descr="Культура Османской империи - кратко » Краткая история России и мировая  истор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Культура Османской империи - кратко » Краткая история России и мировая  история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67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Культура и Религия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624623"/>
            <a:ext cx="10554574" cy="3636511"/>
          </a:xfrm>
        </p:spPr>
        <p:txBody>
          <a:bodyPr>
            <a:normAutofit/>
          </a:bodyPr>
          <a:lstStyle/>
          <a:p>
            <a:r>
              <a:rPr lang="ru-RU" sz="3200" dirty="0"/>
              <a:t>Государственной религией был ислам, что объединяло население.</a:t>
            </a:r>
            <a:br>
              <a:rPr lang="ru-RU" sz="3200" dirty="0"/>
            </a:br>
            <a:r>
              <a:rPr lang="ru-RU" sz="3200" dirty="0"/>
              <a:t>Развивались архитектура, литература, каллиграфия и искусство.</a:t>
            </a:r>
            <a:br>
              <a:rPr lang="ru-RU" sz="3200" dirty="0"/>
            </a:br>
            <a:r>
              <a:rPr lang="ru-RU" sz="3200" dirty="0"/>
              <a:t>Строились мечети, дворцы, медресе.</a:t>
            </a:r>
            <a:br>
              <a:rPr lang="ru-RU" sz="3200" dirty="0"/>
            </a:br>
            <a:r>
              <a:rPr lang="ru-RU" sz="3200" dirty="0"/>
              <a:t>Культура империи сочетала восточные и европейские традиции.</a:t>
            </a:r>
          </a:p>
        </p:txBody>
      </p:sp>
    </p:spTree>
    <p:extLst>
      <p:ext uri="{BB962C8B-B14F-4D97-AF65-F5344CB8AC3E}">
        <p14:creationId xmlns:p14="http://schemas.microsoft.com/office/powerpoint/2010/main" val="121310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Расцвет при </a:t>
            </a:r>
            <a:r>
              <a:rPr lang="ru-RU" dirty="0"/>
              <a:t>С</a:t>
            </a:r>
            <a:r>
              <a:rPr lang="ru-RU" dirty="0" smtClean="0"/>
              <a:t>улеймане Великолепном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00" y="2679487"/>
            <a:ext cx="10554574" cy="3636511"/>
          </a:xfrm>
        </p:spPr>
        <p:txBody>
          <a:bodyPr>
            <a:normAutofit/>
          </a:bodyPr>
          <a:lstStyle/>
          <a:p>
            <a:r>
              <a:rPr lang="ru-RU" sz="2800" dirty="0"/>
              <a:t>XVI век — период наивысшего могущества.</a:t>
            </a:r>
            <a:br>
              <a:rPr lang="ru-RU" sz="2800" dirty="0"/>
            </a:br>
            <a:r>
              <a:rPr lang="ru-RU" sz="2800" dirty="0"/>
              <a:t>Сулейман Великолепный расширил территорию империи, укрепил законы и улучшил государственное управление.</a:t>
            </a:r>
            <a:br>
              <a:rPr lang="ru-RU" sz="2800" dirty="0"/>
            </a:br>
            <a:r>
              <a:rPr lang="ru-RU" sz="2800" dirty="0"/>
              <a:t>Сулейман активно поддерживал науку, архитектуру и культуру.</a:t>
            </a:r>
            <a:br>
              <a:rPr lang="ru-RU" sz="2800" dirty="0"/>
            </a:br>
            <a:r>
              <a:rPr lang="ru-RU" sz="2800" dirty="0"/>
              <a:t>Его правление стало символом стабильности, богатства и силы Османской империи.</a:t>
            </a:r>
          </a:p>
        </p:txBody>
      </p:sp>
    </p:spTree>
    <p:extLst>
      <p:ext uri="{BB962C8B-B14F-4D97-AF65-F5344CB8AC3E}">
        <p14:creationId xmlns:p14="http://schemas.microsoft.com/office/powerpoint/2010/main" val="621017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Факторы, способствовавшие развитию</a:t>
            </a:r>
            <a:endParaRPr lang="ru-RU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8871" y="2918460"/>
            <a:ext cx="903359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Географическое положение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контроль торговых путей.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Сильная армия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дисциплина, артиллерия, янычары.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Эффективная система управления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султан + Диван + провинции.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Экономика и торговля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налоги, ремёсла, морская торговля.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Культурное развитие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наука, искусство, архитектура.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Дипломатия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 — союзы и вассальные государства.</a:t>
            </a:r>
          </a:p>
        </p:txBody>
      </p:sp>
    </p:spTree>
    <p:extLst>
      <p:ext uri="{BB962C8B-B14F-4D97-AF65-F5344CB8AC3E}">
        <p14:creationId xmlns:p14="http://schemas.microsoft.com/office/powerpoint/2010/main" val="959404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Причины упадка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416" y="2844079"/>
            <a:ext cx="10554574" cy="3636511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Военные поражения и потеря территорий.</a:t>
            </a:r>
          </a:p>
          <a:p>
            <a:r>
              <a:rPr lang="ru-RU" sz="2800" dirty="0"/>
              <a:t>Экономические трудности — рост налогов, коррупция, падение торговли.</a:t>
            </a:r>
          </a:p>
          <a:p>
            <a:r>
              <a:rPr lang="ru-RU" sz="2800" dirty="0"/>
              <a:t>Национальные движения — восстания в провинциях.</a:t>
            </a:r>
          </a:p>
          <a:p>
            <a:r>
              <a:rPr lang="ru-RU" sz="2800" dirty="0"/>
              <a:t>Отставание в науке и военной технике по сравнению с Европой.</a:t>
            </a:r>
          </a:p>
          <a:p>
            <a:r>
              <a:rPr lang="ru-RU" sz="2800" dirty="0"/>
              <a:t>Политическая нестабильность при слабых султанах.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03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Последствия распада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0000" y="2624623"/>
            <a:ext cx="10554574" cy="3636511"/>
          </a:xfrm>
        </p:spPr>
        <p:txBody>
          <a:bodyPr>
            <a:normAutofit/>
          </a:bodyPr>
          <a:lstStyle/>
          <a:p>
            <a:r>
              <a:rPr lang="ru-RU" sz="2800" dirty="0"/>
              <a:t>В XIX–XX веках Османская империя ослабла («больной человек Европы»).</a:t>
            </a:r>
            <a:br>
              <a:rPr lang="ru-RU" sz="2800" dirty="0"/>
            </a:br>
            <a:r>
              <a:rPr lang="ru-RU" sz="2800" dirty="0"/>
              <a:t>После Первой мировой войны государство распалось.</a:t>
            </a:r>
            <a:br>
              <a:rPr lang="ru-RU" sz="2800" dirty="0"/>
            </a:br>
            <a:r>
              <a:rPr lang="ru-RU" sz="2800" dirty="0"/>
              <a:t>В 1923 году образована Турецкая Республика во главе с Мустафой </a:t>
            </a:r>
            <a:r>
              <a:rPr lang="ru-RU" sz="2800" dirty="0" err="1"/>
              <a:t>Кемалем</a:t>
            </a:r>
            <a:r>
              <a:rPr lang="ru-RU" sz="2800" dirty="0"/>
              <a:t> </a:t>
            </a:r>
            <a:r>
              <a:rPr lang="ru-RU" sz="2800" dirty="0" err="1"/>
              <a:t>Ататюрком</a:t>
            </a:r>
            <a:r>
              <a:rPr lang="ru-RU" sz="2800" dirty="0"/>
              <a:t>.</a:t>
            </a:r>
            <a:br>
              <a:rPr lang="ru-RU" sz="2800" dirty="0"/>
            </a:br>
            <a:r>
              <a:rPr lang="ru-RU" sz="2800" dirty="0"/>
              <a:t>Культурное наследие империи сохранилось в архитектуре, литературе и традициях народов.</a:t>
            </a:r>
          </a:p>
        </p:txBody>
      </p:sp>
    </p:spTree>
    <p:extLst>
      <p:ext uri="{BB962C8B-B14F-4D97-AF65-F5344CB8AC3E}">
        <p14:creationId xmlns:p14="http://schemas.microsoft.com/office/powerpoint/2010/main" val="38065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Заключение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416" y="2569759"/>
            <a:ext cx="10554574" cy="3636511"/>
          </a:xfrm>
        </p:spPr>
        <p:txBody>
          <a:bodyPr>
            <a:normAutofit/>
          </a:bodyPr>
          <a:lstStyle/>
          <a:p>
            <a:r>
              <a:rPr lang="ru-RU" sz="2400" dirty="0"/>
              <a:t>Османская империя — мощное государство, объединившее три континента.</a:t>
            </a:r>
            <a:br>
              <a:rPr lang="ru-RU" sz="2400" dirty="0"/>
            </a:br>
            <a:r>
              <a:rPr lang="ru-RU" sz="2400" dirty="0"/>
              <a:t>Факторы развития: сильная армия, грамотное управление, выгодное географическое положение, развитая экономика и культура.</a:t>
            </a:r>
            <a:br>
              <a:rPr lang="ru-RU" sz="2400" dirty="0"/>
            </a:br>
            <a:r>
              <a:rPr lang="ru-RU" sz="2400" dirty="0"/>
              <a:t>Причины упадка: внутренние кризисы, военные поражения, экономические трудности и национальные движения.</a:t>
            </a:r>
            <a:br>
              <a:rPr lang="ru-RU" sz="2400" dirty="0"/>
            </a:br>
            <a:r>
              <a:rPr lang="ru-RU" sz="2400" dirty="0"/>
              <a:t>Империя оставила богатое культурное и историческое наследие, которое влияет на мир до сих пор.</a:t>
            </a:r>
          </a:p>
        </p:txBody>
      </p:sp>
    </p:spTree>
    <p:extLst>
      <p:ext uri="{BB962C8B-B14F-4D97-AF65-F5344CB8AC3E}">
        <p14:creationId xmlns:p14="http://schemas.microsoft.com/office/powerpoint/2010/main" val="671634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Османская империя: история, султаны, территории и войны с Россие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6" name="Picture 4" descr="Османская империя: история, султаны, территории и войны с Россией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085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Образование Османской империи — Википед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114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Цитаты</Template>
  <TotalTime>90</TotalTime>
  <Words>284</Words>
  <Application>Microsoft Office PowerPoint</Application>
  <PresentationFormat>Широкоэкранный</PresentationFormat>
  <Paragraphs>51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2</vt:lpstr>
      <vt:lpstr>Цитаты</vt:lpstr>
      <vt:lpstr>Контрольно-проектная работа по Всемирному Историю на тему «Султанат, объеденевший три континента (государство турокосманов)»</vt:lpstr>
      <vt:lpstr>План:</vt:lpstr>
      <vt:lpstr>Ведение</vt:lpstr>
      <vt:lpstr>Возникновение Османского государсва</vt:lpstr>
      <vt:lpstr>Расширение территории</vt:lpstr>
      <vt:lpstr>Завоевание Константинополя</vt:lpstr>
      <vt:lpstr>Государственное управление </vt:lpstr>
      <vt:lpstr>Армия Османской Империи</vt:lpstr>
      <vt:lpstr>Экономика и Торговля</vt:lpstr>
      <vt:lpstr>Культура и Религия</vt:lpstr>
      <vt:lpstr>Расцвет при Сулеймане Великолепном</vt:lpstr>
      <vt:lpstr>Факторы, способствовавшие развитию</vt:lpstr>
      <vt:lpstr>Причины упадка</vt:lpstr>
      <vt:lpstr>Последствия распада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Контрольно-проектная работа по Всемирному Историю на тему  </dc:title>
  <dc:creator>Lenovo</dc:creator>
  <cp:lastModifiedBy>Lenovo</cp:lastModifiedBy>
  <cp:revision>8</cp:revision>
  <dcterms:created xsi:type="dcterms:W3CDTF">2026-02-12T14:48:33Z</dcterms:created>
  <dcterms:modified xsi:type="dcterms:W3CDTF">2026-02-13T13:46:03Z</dcterms:modified>
</cp:coreProperties>
</file>